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7" d="100"/>
          <a:sy n="67" d="100"/>
        </p:scale>
        <p:origin x="85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22D05-049E-92A3-061E-4944D24C30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B1F28C-5DED-26EF-D89B-8898C543D2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6161FD-7B83-1E71-580D-171B7B96353C}"/>
              </a:ext>
            </a:extLst>
          </p:cNvPr>
          <p:cNvSpPr>
            <a:spLocks noGrp="1"/>
          </p:cNvSpPr>
          <p:nvPr>
            <p:ph type="dt" sz="half" idx="10"/>
          </p:nvPr>
        </p:nvSpPr>
        <p:spPr/>
        <p:txBody>
          <a:bodyPr/>
          <a:lstStyle/>
          <a:p>
            <a:fld id="{AC5C56F0-EF61-440D-B3F8-B68166BD3088}" type="datetimeFigureOut">
              <a:rPr lang="en-IN" smtClean="0"/>
              <a:t>19-04-2024</a:t>
            </a:fld>
            <a:endParaRPr lang="en-IN"/>
          </a:p>
        </p:txBody>
      </p:sp>
      <p:sp>
        <p:nvSpPr>
          <p:cNvPr id="5" name="Footer Placeholder 4">
            <a:extLst>
              <a:ext uri="{FF2B5EF4-FFF2-40B4-BE49-F238E27FC236}">
                <a16:creationId xmlns:a16="http://schemas.microsoft.com/office/drawing/2014/main" id="{3E6DFB0A-B5BF-3E27-4918-274A5F4481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14EBDB-F597-70D8-5AEA-F7CAC2CED41E}"/>
              </a:ext>
            </a:extLst>
          </p:cNvPr>
          <p:cNvSpPr>
            <a:spLocks noGrp="1"/>
          </p:cNvSpPr>
          <p:nvPr>
            <p:ph type="sldNum" sz="quarter" idx="12"/>
          </p:nvPr>
        </p:nvSpPr>
        <p:spPr/>
        <p:txBody>
          <a:bodyPr/>
          <a:lstStyle/>
          <a:p>
            <a:fld id="{32B36E66-D9FE-42AD-BCCC-598334A2DB82}" type="slidenum">
              <a:rPr lang="en-IN" smtClean="0"/>
              <a:t>‹#›</a:t>
            </a:fld>
            <a:endParaRPr lang="en-IN"/>
          </a:p>
        </p:txBody>
      </p:sp>
    </p:spTree>
    <p:extLst>
      <p:ext uri="{BB962C8B-B14F-4D97-AF65-F5344CB8AC3E}">
        <p14:creationId xmlns:p14="http://schemas.microsoft.com/office/powerpoint/2010/main" val="381996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EBFAC-366C-45DA-AB4C-75181E7F99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E032C2-4F6C-3BA2-2EA7-0F391FBAB3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A11322-7713-CC18-1D30-790D0A8BCC2C}"/>
              </a:ext>
            </a:extLst>
          </p:cNvPr>
          <p:cNvSpPr>
            <a:spLocks noGrp="1"/>
          </p:cNvSpPr>
          <p:nvPr>
            <p:ph type="dt" sz="half" idx="10"/>
          </p:nvPr>
        </p:nvSpPr>
        <p:spPr/>
        <p:txBody>
          <a:bodyPr/>
          <a:lstStyle/>
          <a:p>
            <a:fld id="{AC5C56F0-EF61-440D-B3F8-B68166BD3088}" type="datetimeFigureOut">
              <a:rPr lang="en-IN" smtClean="0"/>
              <a:t>19-04-2024</a:t>
            </a:fld>
            <a:endParaRPr lang="en-IN"/>
          </a:p>
        </p:txBody>
      </p:sp>
      <p:sp>
        <p:nvSpPr>
          <p:cNvPr id="5" name="Footer Placeholder 4">
            <a:extLst>
              <a:ext uri="{FF2B5EF4-FFF2-40B4-BE49-F238E27FC236}">
                <a16:creationId xmlns:a16="http://schemas.microsoft.com/office/drawing/2014/main" id="{338D0FFB-413B-A98C-904D-4B14877B49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F6D9C1-EE6D-B655-93F0-180409752FBB}"/>
              </a:ext>
            </a:extLst>
          </p:cNvPr>
          <p:cNvSpPr>
            <a:spLocks noGrp="1"/>
          </p:cNvSpPr>
          <p:nvPr>
            <p:ph type="sldNum" sz="quarter" idx="12"/>
          </p:nvPr>
        </p:nvSpPr>
        <p:spPr/>
        <p:txBody>
          <a:bodyPr/>
          <a:lstStyle/>
          <a:p>
            <a:fld id="{32B36E66-D9FE-42AD-BCCC-598334A2DB82}" type="slidenum">
              <a:rPr lang="en-IN" smtClean="0"/>
              <a:t>‹#›</a:t>
            </a:fld>
            <a:endParaRPr lang="en-IN"/>
          </a:p>
        </p:txBody>
      </p:sp>
    </p:spTree>
    <p:extLst>
      <p:ext uri="{BB962C8B-B14F-4D97-AF65-F5344CB8AC3E}">
        <p14:creationId xmlns:p14="http://schemas.microsoft.com/office/powerpoint/2010/main" val="3884525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453E5-4658-BD28-9FB7-607AE92937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DD811D4-2ACB-62FC-DDA3-83569B3C3F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A5B407-10F1-F97D-DBD8-83331018CCDA}"/>
              </a:ext>
            </a:extLst>
          </p:cNvPr>
          <p:cNvSpPr>
            <a:spLocks noGrp="1"/>
          </p:cNvSpPr>
          <p:nvPr>
            <p:ph type="dt" sz="half" idx="10"/>
          </p:nvPr>
        </p:nvSpPr>
        <p:spPr/>
        <p:txBody>
          <a:bodyPr/>
          <a:lstStyle/>
          <a:p>
            <a:fld id="{AC5C56F0-EF61-440D-B3F8-B68166BD3088}" type="datetimeFigureOut">
              <a:rPr lang="en-IN" smtClean="0"/>
              <a:t>19-04-2024</a:t>
            </a:fld>
            <a:endParaRPr lang="en-IN"/>
          </a:p>
        </p:txBody>
      </p:sp>
      <p:sp>
        <p:nvSpPr>
          <p:cNvPr id="5" name="Footer Placeholder 4">
            <a:extLst>
              <a:ext uri="{FF2B5EF4-FFF2-40B4-BE49-F238E27FC236}">
                <a16:creationId xmlns:a16="http://schemas.microsoft.com/office/drawing/2014/main" id="{3345B420-2B80-B35F-901F-28176AE39A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107171-53E2-6FC5-8FD0-C3F3CADC8B95}"/>
              </a:ext>
            </a:extLst>
          </p:cNvPr>
          <p:cNvSpPr>
            <a:spLocks noGrp="1"/>
          </p:cNvSpPr>
          <p:nvPr>
            <p:ph type="sldNum" sz="quarter" idx="12"/>
          </p:nvPr>
        </p:nvSpPr>
        <p:spPr/>
        <p:txBody>
          <a:bodyPr/>
          <a:lstStyle/>
          <a:p>
            <a:fld id="{32B36E66-D9FE-42AD-BCCC-598334A2DB82}" type="slidenum">
              <a:rPr lang="en-IN" smtClean="0"/>
              <a:t>‹#›</a:t>
            </a:fld>
            <a:endParaRPr lang="en-IN"/>
          </a:p>
        </p:txBody>
      </p:sp>
    </p:spTree>
    <p:extLst>
      <p:ext uri="{BB962C8B-B14F-4D97-AF65-F5344CB8AC3E}">
        <p14:creationId xmlns:p14="http://schemas.microsoft.com/office/powerpoint/2010/main" val="1687582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C5401-5152-C3B2-AF45-ADA98ED10E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FCC551-593B-B850-279C-1759CCCF28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DA797C8-009A-3A77-2944-51847F9042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FEEAAEB-E011-C6B2-C403-9F7BCC548CB9}"/>
              </a:ext>
            </a:extLst>
          </p:cNvPr>
          <p:cNvSpPr>
            <a:spLocks noGrp="1"/>
          </p:cNvSpPr>
          <p:nvPr>
            <p:ph type="dt" sz="half" idx="10"/>
          </p:nvPr>
        </p:nvSpPr>
        <p:spPr/>
        <p:txBody>
          <a:bodyPr/>
          <a:lstStyle/>
          <a:p>
            <a:fld id="{AC5C56F0-EF61-440D-B3F8-B68166BD3088}" type="datetimeFigureOut">
              <a:rPr lang="en-IN" smtClean="0"/>
              <a:t>19-04-2024</a:t>
            </a:fld>
            <a:endParaRPr lang="en-IN"/>
          </a:p>
        </p:txBody>
      </p:sp>
      <p:sp>
        <p:nvSpPr>
          <p:cNvPr id="6" name="Footer Placeholder 5">
            <a:extLst>
              <a:ext uri="{FF2B5EF4-FFF2-40B4-BE49-F238E27FC236}">
                <a16:creationId xmlns:a16="http://schemas.microsoft.com/office/drawing/2014/main" id="{24AD4F45-AAB2-B322-357A-FF0664FB51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B10EA4-46E2-F0AE-6B76-65AFE6BEC2B5}"/>
              </a:ext>
            </a:extLst>
          </p:cNvPr>
          <p:cNvSpPr>
            <a:spLocks noGrp="1"/>
          </p:cNvSpPr>
          <p:nvPr>
            <p:ph type="sldNum" sz="quarter" idx="12"/>
          </p:nvPr>
        </p:nvSpPr>
        <p:spPr/>
        <p:txBody>
          <a:bodyPr/>
          <a:lstStyle/>
          <a:p>
            <a:fld id="{32B36E66-D9FE-42AD-BCCC-598334A2DB82}" type="slidenum">
              <a:rPr lang="en-IN" smtClean="0"/>
              <a:t>‹#›</a:t>
            </a:fld>
            <a:endParaRPr lang="en-IN"/>
          </a:p>
        </p:txBody>
      </p:sp>
    </p:spTree>
    <p:extLst>
      <p:ext uri="{BB962C8B-B14F-4D97-AF65-F5344CB8AC3E}">
        <p14:creationId xmlns:p14="http://schemas.microsoft.com/office/powerpoint/2010/main" val="1017700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651EC-497F-7F87-BBCC-484B9082F7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2EC718-F65A-9E81-9AA8-0EABC2C597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D23DEF-8CB0-3B82-7119-56040B622C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819ACEE-21D5-CE1E-F69D-DEC4EF438D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731405-5C2C-BFBE-D8FF-08EF1AEAB1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6775984-FD9F-694A-099F-13B634D95299}"/>
              </a:ext>
            </a:extLst>
          </p:cNvPr>
          <p:cNvSpPr>
            <a:spLocks noGrp="1"/>
          </p:cNvSpPr>
          <p:nvPr>
            <p:ph type="dt" sz="half" idx="10"/>
          </p:nvPr>
        </p:nvSpPr>
        <p:spPr/>
        <p:txBody>
          <a:bodyPr/>
          <a:lstStyle/>
          <a:p>
            <a:fld id="{AC5C56F0-EF61-440D-B3F8-B68166BD3088}" type="datetimeFigureOut">
              <a:rPr lang="en-IN" smtClean="0"/>
              <a:t>19-04-2024</a:t>
            </a:fld>
            <a:endParaRPr lang="en-IN"/>
          </a:p>
        </p:txBody>
      </p:sp>
      <p:sp>
        <p:nvSpPr>
          <p:cNvPr id="8" name="Footer Placeholder 7">
            <a:extLst>
              <a:ext uri="{FF2B5EF4-FFF2-40B4-BE49-F238E27FC236}">
                <a16:creationId xmlns:a16="http://schemas.microsoft.com/office/drawing/2014/main" id="{4942CA1C-E97E-D2F1-D0F1-13D25C9CE8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8023F95-5893-2771-260B-FDFC4CDEA17C}"/>
              </a:ext>
            </a:extLst>
          </p:cNvPr>
          <p:cNvSpPr>
            <a:spLocks noGrp="1"/>
          </p:cNvSpPr>
          <p:nvPr>
            <p:ph type="sldNum" sz="quarter" idx="12"/>
          </p:nvPr>
        </p:nvSpPr>
        <p:spPr/>
        <p:txBody>
          <a:bodyPr/>
          <a:lstStyle/>
          <a:p>
            <a:fld id="{32B36E66-D9FE-42AD-BCCC-598334A2DB82}" type="slidenum">
              <a:rPr lang="en-IN" smtClean="0"/>
              <a:t>‹#›</a:t>
            </a:fld>
            <a:endParaRPr lang="en-IN"/>
          </a:p>
        </p:txBody>
      </p:sp>
    </p:spTree>
    <p:extLst>
      <p:ext uri="{BB962C8B-B14F-4D97-AF65-F5344CB8AC3E}">
        <p14:creationId xmlns:p14="http://schemas.microsoft.com/office/powerpoint/2010/main" val="1481338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3345F-8236-D960-A012-8D276B40F6A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4298CE-4CD5-35A2-DEA7-8CF9998A3E4E}"/>
              </a:ext>
            </a:extLst>
          </p:cNvPr>
          <p:cNvSpPr>
            <a:spLocks noGrp="1"/>
          </p:cNvSpPr>
          <p:nvPr>
            <p:ph type="dt" sz="half" idx="10"/>
          </p:nvPr>
        </p:nvSpPr>
        <p:spPr/>
        <p:txBody>
          <a:bodyPr/>
          <a:lstStyle/>
          <a:p>
            <a:fld id="{AC5C56F0-EF61-440D-B3F8-B68166BD3088}" type="datetimeFigureOut">
              <a:rPr lang="en-IN" smtClean="0"/>
              <a:t>19-04-2024</a:t>
            </a:fld>
            <a:endParaRPr lang="en-IN"/>
          </a:p>
        </p:txBody>
      </p:sp>
      <p:sp>
        <p:nvSpPr>
          <p:cNvPr id="4" name="Footer Placeholder 3">
            <a:extLst>
              <a:ext uri="{FF2B5EF4-FFF2-40B4-BE49-F238E27FC236}">
                <a16:creationId xmlns:a16="http://schemas.microsoft.com/office/drawing/2014/main" id="{004482D9-2BA8-E2E9-0A10-4E8591A4FF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282F2B7-E4F0-EFF2-3FCE-88B8C5270B99}"/>
              </a:ext>
            </a:extLst>
          </p:cNvPr>
          <p:cNvSpPr>
            <a:spLocks noGrp="1"/>
          </p:cNvSpPr>
          <p:nvPr>
            <p:ph type="sldNum" sz="quarter" idx="12"/>
          </p:nvPr>
        </p:nvSpPr>
        <p:spPr/>
        <p:txBody>
          <a:bodyPr/>
          <a:lstStyle/>
          <a:p>
            <a:fld id="{32B36E66-D9FE-42AD-BCCC-598334A2DB82}" type="slidenum">
              <a:rPr lang="en-IN" smtClean="0"/>
              <a:t>‹#›</a:t>
            </a:fld>
            <a:endParaRPr lang="en-IN"/>
          </a:p>
        </p:txBody>
      </p:sp>
    </p:spTree>
    <p:extLst>
      <p:ext uri="{BB962C8B-B14F-4D97-AF65-F5344CB8AC3E}">
        <p14:creationId xmlns:p14="http://schemas.microsoft.com/office/powerpoint/2010/main" val="4231755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F8ADD4-C834-759A-DEE9-11E27B56FB5A}"/>
              </a:ext>
            </a:extLst>
          </p:cNvPr>
          <p:cNvSpPr>
            <a:spLocks noGrp="1"/>
          </p:cNvSpPr>
          <p:nvPr>
            <p:ph type="dt" sz="half" idx="10"/>
          </p:nvPr>
        </p:nvSpPr>
        <p:spPr/>
        <p:txBody>
          <a:bodyPr/>
          <a:lstStyle/>
          <a:p>
            <a:fld id="{AC5C56F0-EF61-440D-B3F8-B68166BD3088}" type="datetimeFigureOut">
              <a:rPr lang="en-IN" smtClean="0"/>
              <a:t>19-04-2024</a:t>
            </a:fld>
            <a:endParaRPr lang="en-IN"/>
          </a:p>
        </p:txBody>
      </p:sp>
      <p:sp>
        <p:nvSpPr>
          <p:cNvPr id="3" name="Footer Placeholder 2">
            <a:extLst>
              <a:ext uri="{FF2B5EF4-FFF2-40B4-BE49-F238E27FC236}">
                <a16:creationId xmlns:a16="http://schemas.microsoft.com/office/drawing/2014/main" id="{D732C537-C2C4-0ABB-89F4-A99F60D5BF9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B49F16-7C65-AAC8-7BEC-32C6387EECF5}"/>
              </a:ext>
            </a:extLst>
          </p:cNvPr>
          <p:cNvSpPr>
            <a:spLocks noGrp="1"/>
          </p:cNvSpPr>
          <p:nvPr>
            <p:ph type="sldNum" sz="quarter" idx="12"/>
          </p:nvPr>
        </p:nvSpPr>
        <p:spPr/>
        <p:txBody>
          <a:bodyPr/>
          <a:lstStyle/>
          <a:p>
            <a:fld id="{32B36E66-D9FE-42AD-BCCC-598334A2DB82}" type="slidenum">
              <a:rPr lang="en-IN" smtClean="0"/>
              <a:t>‹#›</a:t>
            </a:fld>
            <a:endParaRPr lang="en-IN"/>
          </a:p>
        </p:txBody>
      </p:sp>
    </p:spTree>
    <p:extLst>
      <p:ext uri="{BB962C8B-B14F-4D97-AF65-F5344CB8AC3E}">
        <p14:creationId xmlns:p14="http://schemas.microsoft.com/office/powerpoint/2010/main" val="3439265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6B1E6-CD65-0379-D8C1-A281B41969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CC375A-AFA5-917C-A354-786EB7B671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A641CE5-45E1-1831-769D-3A004178F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C43F95-5CC1-6EF7-1509-37B1B43023F6}"/>
              </a:ext>
            </a:extLst>
          </p:cNvPr>
          <p:cNvSpPr>
            <a:spLocks noGrp="1"/>
          </p:cNvSpPr>
          <p:nvPr>
            <p:ph type="dt" sz="half" idx="10"/>
          </p:nvPr>
        </p:nvSpPr>
        <p:spPr/>
        <p:txBody>
          <a:bodyPr/>
          <a:lstStyle/>
          <a:p>
            <a:fld id="{AC5C56F0-EF61-440D-B3F8-B68166BD3088}" type="datetimeFigureOut">
              <a:rPr lang="en-IN" smtClean="0"/>
              <a:t>19-04-2024</a:t>
            </a:fld>
            <a:endParaRPr lang="en-IN"/>
          </a:p>
        </p:txBody>
      </p:sp>
      <p:sp>
        <p:nvSpPr>
          <p:cNvPr id="6" name="Footer Placeholder 5">
            <a:extLst>
              <a:ext uri="{FF2B5EF4-FFF2-40B4-BE49-F238E27FC236}">
                <a16:creationId xmlns:a16="http://schemas.microsoft.com/office/drawing/2014/main" id="{C41609BD-AC56-AABB-5760-BD0A4071F7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1DEA15-C312-0757-3695-57E9EDC745BB}"/>
              </a:ext>
            </a:extLst>
          </p:cNvPr>
          <p:cNvSpPr>
            <a:spLocks noGrp="1"/>
          </p:cNvSpPr>
          <p:nvPr>
            <p:ph type="sldNum" sz="quarter" idx="12"/>
          </p:nvPr>
        </p:nvSpPr>
        <p:spPr/>
        <p:txBody>
          <a:bodyPr/>
          <a:lstStyle/>
          <a:p>
            <a:fld id="{32B36E66-D9FE-42AD-BCCC-598334A2DB82}" type="slidenum">
              <a:rPr lang="en-IN" smtClean="0"/>
              <a:t>‹#›</a:t>
            </a:fld>
            <a:endParaRPr lang="en-IN"/>
          </a:p>
        </p:txBody>
      </p:sp>
    </p:spTree>
    <p:extLst>
      <p:ext uri="{BB962C8B-B14F-4D97-AF65-F5344CB8AC3E}">
        <p14:creationId xmlns:p14="http://schemas.microsoft.com/office/powerpoint/2010/main" val="1632956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69F68-AC45-BE96-272E-84087B4098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61B836-F035-9BEF-19AF-D13C7C9735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FE6F56-0EF2-8C2B-740B-C385DA8DEF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548C47-C294-00D8-CE58-532AF8BDC58B}"/>
              </a:ext>
            </a:extLst>
          </p:cNvPr>
          <p:cNvSpPr>
            <a:spLocks noGrp="1"/>
          </p:cNvSpPr>
          <p:nvPr>
            <p:ph type="dt" sz="half" idx="10"/>
          </p:nvPr>
        </p:nvSpPr>
        <p:spPr/>
        <p:txBody>
          <a:bodyPr/>
          <a:lstStyle/>
          <a:p>
            <a:fld id="{AC5C56F0-EF61-440D-B3F8-B68166BD3088}" type="datetimeFigureOut">
              <a:rPr lang="en-IN" smtClean="0"/>
              <a:t>19-04-2024</a:t>
            </a:fld>
            <a:endParaRPr lang="en-IN"/>
          </a:p>
        </p:txBody>
      </p:sp>
      <p:sp>
        <p:nvSpPr>
          <p:cNvPr id="6" name="Footer Placeholder 5">
            <a:extLst>
              <a:ext uri="{FF2B5EF4-FFF2-40B4-BE49-F238E27FC236}">
                <a16:creationId xmlns:a16="http://schemas.microsoft.com/office/drawing/2014/main" id="{1BC0EEA2-7F99-7C9E-0F21-8A9C585B5F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77E681-C3B0-0910-E067-74FB1F6FA879}"/>
              </a:ext>
            </a:extLst>
          </p:cNvPr>
          <p:cNvSpPr>
            <a:spLocks noGrp="1"/>
          </p:cNvSpPr>
          <p:nvPr>
            <p:ph type="sldNum" sz="quarter" idx="12"/>
          </p:nvPr>
        </p:nvSpPr>
        <p:spPr/>
        <p:txBody>
          <a:bodyPr/>
          <a:lstStyle/>
          <a:p>
            <a:fld id="{32B36E66-D9FE-42AD-BCCC-598334A2DB82}" type="slidenum">
              <a:rPr lang="en-IN" smtClean="0"/>
              <a:t>‹#›</a:t>
            </a:fld>
            <a:endParaRPr lang="en-IN"/>
          </a:p>
        </p:txBody>
      </p:sp>
    </p:spTree>
    <p:extLst>
      <p:ext uri="{BB962C8B-B14F-4D97-AF65-F5344CB8AC3E}">
        <p14:creationId xmlns:p14="http://schemas.microsoft.com/office/powerpoint/2010/main" val="1870194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2B93-0046-DBDE-7C2C-AEC36F134D2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FE4BA1-CA4A-808F-E541-88E4070942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9CD619-77DD-6928-B99E-AC931763AE35}"/>
              </a:ext>
            </a:extLst>
          </p:cNvPr>
          <p:cNvSpPr>
            <a:spLocks noGrp="1"/>
          </p:cNvSpPr>
          <p:nvPr>
            <p:ph type="dt" sz="half" idx="10"/>
          </p:nvPr>
        </p:nvSpPr>
        <p:spPr/>
        <p:txBody>
          <a:bodyPr/>
          <a:lstStyle/>
          <a:p>
            <a:fld id="{AC5C56F0-EF61-440D-B3F8-B68166BD3088}" type="datetimeFigureOut">
              <a:rPr lang="en-IN" smtClean="0"/>
              <a:t>19-04-2024</a:t>
            </a:fld>
            <a:endParaRPr lang="en-IN"/>
          </a:p>
        </p:txBody>
      </p:sp>
      <p:sp>
        <p:nvSpPr>
          <p:cNvPr id="5" name="Footer Placeholder 4">
            <a:extLst>
              <a:ext uri="{FF2B5EF4-FFF2-40B4-BE49-F238E27FC236}">
                <a16:creationId xmlns:a16="http://schemas.microsoft.com/office/drawing/2014/main" id="{527D9A97-C759-5026-5FCC-8B8EF144B9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12684D-24B2-BBB9-DFE4-3B6699996369}"/>
              </a:ext>
            </a:extLst>
          </p:cNvPr>
          <p:cNvSpPr>
            <a:spLocks noGrp="1"/>
          </p:cNvSpPr>
          <p:nvPr>
            <p:ph type="sldNum" sz="quarter" idx="12"/>
          </p:nvPr>
        </p:nvSpPr>
        <p:spPr/>
        <p:txBody>
          <a:bodyPr/>
          <a:lstStyle/>
          <a:p>
            <a:fld id="{32B36E66-D9FE-42AD-BCCC-598334A2DB82}" type="slidenum">
              <a:rPr lang="en-IN" smtClean="0"/>
              <a:t>‹#›</a:t>
            </a:fld>
            <a:endParaRPr lang="en-IN"/>
          </a:p>
        </p:txBody>
      </p:sp>
    </p:spTree>
    <p:extLst>
      <p:ext uri="{BB962C8B-B14F-4D97-AF65-F5344CB8AC3E}">
        <p14:creationId xmlns:p14="http://schemas.microsoft.com/office/powerpoint/2010/main" val="3585934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E43494-4A37-4E52-E03F-297EACA070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CD84AA-CF42-D23D-F9F4-5D890E870A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A0A8CC-736B-1970-CB47-8CA04C825F96}"/>
              </a:ext>
            </a:extLst>
          </p:cNvPr>
          <p:cNvSpPr>
            <a:spLocks noGrp="1"/>
          </p:cNvSpPr>
          <p:nvPr>
            <p:ph type="dt" sz="half" idx="10"/>
          </p:nvPr>
        </p:nvSpPr>
        <p:spPr/>
        <p:txBody>
          <a:bodyPr/>
          <a:lstStyle/>
          <a:p>
            <a:fld id="{AC5C56F0-EF61-440D-B3F8-B68166BD3088}" type="datetimeFigureOut">
              <a:rPr lang="en-IN" smtClean="0"/>
              <a:t>19-04-2024</a:t>
            </a:fld>
            <a:endParaRPr lang="en-IN"/>
          </a:p>
        </p:txBody>
      </p:sp>
      <p:sp>
        <p:nvSpPr>
          <p:cNvPr id="5" name="Footer Placeholder 4">
            <a:extLst>
              <a:ext uri="{FF2B5EF4-FFF2-40B4-BE49-F238E27FC236}">
                <a16:creationId xmlns:a16="http://schemas.microsoft.com/office/drawing/2014/main" id="{EE9DE31C-A545-7E2B-EF0A-3368E94B08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E0A71A-A31B-DF1A-1417-3F5CD54CEABC}"/>
              </a:ext>
            </a:extLst>
          </p:cNvPr>
          <p:cNvSpPr>
            <a:spLocks noGrp="1"/>
          </p:cNvSpPr>
          <p:nvPr>
            <p:ph type="sldNum" sz="quarter" idx="12"/>
          </p:nvPr>
        </p:nvSpPr>
        <p:spPr/>
        <p:txBody>
          <a:bodyPr/>
          <a:lstStyle/>
          <a:p>
            <a:fld id="{32B36E66-D9FE-42AD-BCCC-598334A2DB82}" type="slidenum">
              <a:rPr lang="en-IN" smtClean="0"/>
              <a:t>‹#›</a:t>
            </a:fld>
            <a:endParaRPr lang="en-IN"/>
          </a:p>
        </p:txBody>
      </p:sp>
    </p:spTree>
    <p:extLst>
      <p:ext uri="{BB962C8B-B14F-4D97-AF65-F5344CB8AC3E}">
        <p14:creationId xmlns:p14="http://schemas.microsoft.com/office/powerpoint/2010/main" val="1726294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D29FE1-D3F0-CA13-16AE-0C030B0584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048B20-542D-7827-5BE8-92091B45FE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ED8561-9722-80D5-1B6D-E572D444A5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5C56F0-EF61-440D-B3F8-B68166BD3088}" type="datetimeFigureOut">
              <a:rPr lang="en-IN" smtClean="0"/>
              <a:t>19-04-2024</a:t>
            </a:fld>
            <a:endParaRPr lang="en-IN"/>
          </a:p>
        </p:txBody>
      </p:sp>
      <p:sp>
        <p:nvSpPr>
          <p:cNvPr id="5" name="Footer Placeholder 4">
            <a:extLst>
              <a:ext uri="{FF2B5EF4-FFF2-40B4-BE49-F238E27FC236}">
                <a16:creationId xmlns:a16="http://schemas.microsoft.com/office/drawing/2014/main" id="{51396625-CFF5-1FBA-6022-199CFA20D2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F64092-7AE0-B53B-44C0-58927B5C1B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B36E66-D9FE-42AD-BCCC-598334A2DB82}" type="slidenum">
              <a:rPr lang="en-IN" smtClean="0"/>
              <a:t>‹#›</a:t>
            </a:fld>
            <a:endParaRPr lang="en-IN"/>
          </a:p>
        </p:txBody>
      </p:sp>
    </p:spTree>
    <p:extLst>
      <p:ext uri="{BB962C8B-B14F-4D97-AF65-F5344CB8AC3E}">
        <p14:creationId xmlns:p14="http://schemas.microsoft.com/office/powerpoint/2010/main" val="391804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15A34-05AA-81BB-FD2F-95CA06646D5B}"/>
              </a:ext>
            </a:extLst>
          </p:cNvPr>
          <p:cNvSpPr>
            <a:spLocks noGrp="1"/>
          </p:cNvSpPr>
          <p:nvPr>
            <p:ph type="title"/>
          </p:nvPr>
        </p:nvSpPr>
        <p:spPr/>
        <p:txBody>
          <a:bodyPr>
            <a:normAutofit fontScale="90000"/>
          </a:bodyPr>
          <a:lstStyle/>
          <a:p>
            <a:r>
              <a:rPr lang="en-IN" dirty="0">
                <a:solidFill>
                  <a:srgbClr val="002060"/>
                </a:solidFill>
                <a:latin typeface="Algerian" panose="04020705040A02060702" pitchFamily="82" charset="0"/>
              </a:rPr>
              <a:t>project title:</a:t>
            </a:r>
            <a:br>
              <a:rPr lang="en-IN" dirty="0">
                <a:solidFill>
                  <a:srgbClr val="002060"/>
                </a:solidFill>
                <a:latin typeface="Algerian" panose="04020705040A02060702" pitchFamily="82" charset="0"/>
              </a:rPr>
            </a:br>
            <a:r>
              <a:rPr lang="en-IN" dirty="0">
                <a:solidFill>
                  <a:srgbClr val="0070C0"/>
                </a:solidFill>
                <a:latin typeface="Arial" panose="020B0604020202020204" pitchFamily="34" charset="0"/>
                <a:cs typeface="Arial" panose="020B0604020202020204" pitchFamily="34" charset="0"/>
              </a:rPr>
              <a:t>Symptoms based disease prediction</a:t>
            </a:r>
            <a:br>
              <a:rPr lang="en-IN" dirty="0">
                <a:solidFill>
                  <a:srgbClr val="0070C0"/>
                </a:solidFill>
                <a:latin typeface="Arial" panose="020B0604020202020204" pitchFamily="34" charset="0"/>
                <a:cs typeface="Arial" panose="020B0604020202020204" pitchFamily="34" charset="0"/>
              </a:rPr>
            </a:br>
            <a:endParaRPr lang="en-IN" dirty="0">
              <a:solidFill>
                <a:srgbClr val="0070C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0EFA303-0357-5517-B9F1-D4E4878EF7C7}"/>
              </a:ext>
            </a:extLst>
          </p:cNvPr>
          <p:cNvSpPr>
            <a:spLocks noGrp="1"/>
          </p:cNvSpPr>
          <p:nvPr>
            <p:ph idx="1"/>
          </p:nvPr>
        </p:nvSpPr>
        <p:spPr/>
        <p:txBody>
          <a:bodyPr>
            <a:normAutofit fontScale="25000" lnSpcReduction="20000"/>
          </a:bodyPr>
          <a:lstStyle/>
          <a:p>
            <a:pPr marL="0" indent="0">
              <a:buNone/>
            </a:pPr>
            <a:r>
              <a:rPr lang="en-IN" sz="12800" dirty="0">
                <a:latin typeface="Algerian" panose="04020705040A02060702" pitchFamily="82" charset="0"/>
              </a:rPr>
              <a:t>Abstract :</a:t>
            </a:r>
          </a:p>
          <a:p>
            <a:pPr marL="0" indent="0">
              <a:buNone/>
            </a:pPr>
            <a:r>
              <a:rPr lang="en-US" sz="9600" dirty="0">
                <a:latin typeface="Aptos Narrow" panose="020B0004020202020204" pitchFamily="34" charset="0"/>
              </a:rPr>
              <a:t>People are currently suffering from a variety of diseases. Many people are unsure if the symptoms they are experiencing are indicative of a certain disease, and hence they are unable to take the required safeguards. Anticipating the disease during prodromal stage lowers the likelihood of complications. People will not be able to visit a doctor every time they experience a symptom. It may sometimes become a serious ailment if not treated. A model is suggested that uses a variety of symptoms as input to predict the illness. For disease prediction, the suggested method utilizes Decision trees, Naive Bayes, and Random forest classifiers. The ultimate result will be the mode of all these machine learning models. Users will be given a graphical user interface (GUI) to choose their symptoms. The final result will be shown on the interface using all three machine learning techniques, and feature extraction will be done depending on their symptoms. Four modules make up the proposed methodology. Preprocessing will be done on the dataset in the first module. The decision tree classifier is used to generate a prediction model in the second module. The Random forest method is used for forecast the illness in the third module, and the Naive Bayes technique is utilized in the fourth model, with the mode of the outputs from all the three models taken into account.</a:t>
            </a:r>
          </a:p>
          <a:p>
            <a:pPr marL="0" indent="0">
              <a:buNone/>
            </a:pPr>
            <a:endParaRPr lang="en-US" sz="9600" dirty="0">
              <a:latin typeface="Aptos Narrow" panose="020B0004020202020204" pitchFamily="34" charset="0"/>
            </a:endParaRPr>
          </a:p>
          <a:p>
            <a:pPr marL="0" indent="0">
              <a:buNone/>
            </a:pPr>
            <a:r>
              <a:rPr lang="en-US" sz="11200" dirty="0">
                <a:latin typeface="Algerian" panose="04020705040A02060702" pitchFamily="82" charset="0"/>
              </a:rPr>
              <a:t>Keywords:</a:t>
            </a:r>
          </a:p>
          <a:p>
            <a:pPr marL="1828800" lvl="1" indent="-1371600">
              <a:buAutoNum type="arabicPeriod"/>
            </a:pPr>
            <a:r>
              <a:rPr lang="en-US" sz="9200" dirty="0">
                <a:latin typeface="Aptos Narrow" panose="020B0004020202020204" pitchFamily="34" charset="0"/>
              </a:rPr>
              <a:t>Disease Prediction</a:t>
            </a:r>
          </a:p>
          <a:p>
            <a:pPr marL="1371600" indent="-1371600">
              <a:buAutoNum type="arabicPeriod"/>
            </a:pPr>
            <a:r>
              <a:rPr lang="en-US" sz="9600" dirty="0">
                <a:latin typeface="Aptos Narrow" panose="020B0004020202020204" pitchFamily="34" charset="0"/>
              </a:rPr>
              <a:t>Machine Learning</a:t>
            </a:r>
          </a:p>
          <a:p>
            <a:pPr marL="1371600" indent="-1371600">
              <a:buAutoNum type="arabicPeriod"/>
            </a:pPr>
            <a:r>
              <a:rPr lang="en-US" sz="9600" dirty="0">
                <a:latin typeface="Aptos Narrow" panose="020B0004020202020204" pitchFamily="34" charset="0"/>
              </a:rPr>
              <a:t>Decision Trees</a:t>
            </a:r>
          </a:p>
          <a:p>
            <a:pPr marL="1371600" indent="-1371600">
              <a:buAutoNum type="arabicPeriod"/>
            </a:pPr>
            <a:r>
              <a:rPr lang="en-US" sz="9600" dirty="0">
                <a:latin typeface="Aptos Narrow" panose="020B0004020202020204" pitchFamily="34" charset="0"/>
              </a:rPr>
              <a:t>Naïve Bayes</a:t>
            </a:r>
          </a:p>
          <a:p>
            <a:pPr marL="1371600" indent="-1371600">
              <a:buAutoNum type="arabicPeriod"/>
            </a:pPr>
            <a:r>
              <a:rPr lang="en-US" sz="9600" dirty="0">
                <a:latin typeface="Aptos Narrow" panose="020B0004020202020204" pitchFamily="34" charset="0"/>
              </a:rPr>
              <a:t>Random forest</a:t>
            </a:r>
          </a:p>
          <a:p>
            <a:pPr marL="1371600" indent="-1371600">
              <a:buAutoNum type="arabicPeriod"/>
            </a:pPr>
            <a:r>
              <a:rPr lang="en-US" sz="9600" dirty="0">
                <a:latin typeface="Aptos Narrow" panose="020B0004020202020204" pitchFamily="34" charset="0"/>
              </a:rPr>
              <a:t>Classifier</a:t>
            </a:r>
          </a:p>
          <a:p>
            <a:pPr marL="1371600" indent="-1371600">
              <a:buAutoNum type="arabicPeriod"/>
            </a:pPr>
            <a:r>
              <a:rPr lang="en-US" sz="9600" dirty="0">
                <a:latin typeface="Aptos Narrow" panose="020B0004020202020204" pitchFamily="34" charset="0"/>
              </a:rPr>
              <a:t>Graphical user interface (GUI)</a:t>
            </a:r>
          </a:p>
          <a:p>
            <a:pPr marL="1371600" indent="-1371600">
              <a:buAutoNum type="arabicPeriod"/>
            </a:pPr>
            <a:r>
              <a:rPr lang="en-US" sz="9600" dirty="0">
                <a:latin typeface="Aptos Narrow" panose="020B0004020202020204" pitchFamily="34" charset="0"/>
              </a:rPr>
              <a:t>Feature Extraction</a:t>
            </a:r>
          </a:p>
          <a:p>
            <a:pPr marL="1371600" indent="-1371600">
              <a:buAutoNum type="arabicPeriod"/>
            </a:pPr>
            <a:r>
              <a:rPr lang="en-US" sz="9600" dirty="0">
                <a:latin typeface="Aptos Narrow" panose="020B0004020202020204" pitchFamily="34" charset="0"/>
              </a:rPr>
              <a:t>Preprocessing</a:t>
            </a:r>
            <a:endParaRPr lang="en-IN" sz="9600" dirty="0">
              <a:latin typeface="Aptos Narrow" panose="020B0004020202020204" pitchFamily="34" charset="0"/>
            </a:endParaRPr>
          </a:p>
          <a:p>
            <a:pPr marL="0" indent="0">
              <a:buNone/>
            </a:pPr>
            <a:endParaRPr lang="en-IN" sz="9600" dirty="0">
              <a:latin typeface="Aptos Narrow" panose="020B0004020202020204" pitchFamily="34" charset="0"/>
            </a:endParaRPr>
          </a:p>
          <a:p>
            <a:pPr marL="0" indent="0">
              <a:buNone/>
            </a:pPr>
            <a:r>
              <a:rPr lang="en-IN" sz="12800" dirty="0">
                <a:latin typeface="Algerian" panose="04020705040A02060702" pitchFamily="82" charset="0"/>
              </a:rPr>
              <a:t>Team Members</a:t>
            </a:r>
            <a:r>
              <a:rPr lang="en-IN" sz="13500" dirty="0">
                <a:latin typeface="Algerian" panose="04020705040A02060702" pitchFamily="82" charset="0"/>
              </a:rPr>
              <a:t>:</a:t>
            </a:r>
          </a:p>
          <a:p>
            <a:pPr marL="0" indent="0">
              <a:buNone/>
            </a:pPr>
            <a:r>
              <a:rPr lang="en-IN" sz="9600" dirty="0" err="1">
                <a:latin typeface="Aptos Narrow" panose="020B0004020202020204" pitchFamily="34" charset="0"/>
              </a:rPr>
              <a:t>Sravani</a:t>
            </a:r>
            <a:r>
              <a:rPr lang="en-IN" sz="9600" dirty="0">
                <a:latin typeface="Aptos Narrow" panose="020B0004020202020204" pitchFamily="34" charset="0"/>
              </a:rPr>
              <a:t> </a:t>
            </a:r>
            <a:r>
              <a:rPr lang="en-IN" sz="9600" dirty="0" err="1">
                <a:latin typeface="Aptos Narrow" panose="020B0004020202020204" pitchFamily="34" charset="0"/>
              </a:rPr>
              <a:t>deshaboina</a:t>
            </a:r>
            <a:endParaRPr lang="en-IN" sz="9600" dirty="0">
              <a:latin typeface="Aptos Narrow" panose="020B0004020202020204" pitchFamily="34" charset="0"/>
            </a:endParaRPr>
          </a:p>
          <a:p>
            <a:pPr marL="0" indent="0">
              <a:buNone/>
            </a:pPr>
            <a:r>
              <a:rPr lang="en-IN" sz="9600" dirty="0" err="1">
                <a:latin typeface="Aptos Narrow" panose="020B0004020202020204" pitchFamily="34" charset="0"/>
              </a:rPr>
              <a:t>Sreelekha</a:t>
            </a:r>
            <a:r>
              <a:rPr lang="en-IN" sz="9600" dirty="0">
                <a:latin typeface="Aptos Narrow" panose="020B0004020202020204" pitchFamily="34" charset="0"/>
              </a:rPr>
              <a:t> </a:t>
            </a:r>
            <a:r>
              <a:rPr lang="en-IN" sz="9600" dirty="0" err="1">
                <a:latin typeface="Aptos Narrow" panose="020B0004020202020204" pitchFamily="34" charset="0"/>
              </a:rPr>
              <a:t>Kunchala</a:t>
            </a:r>
            <a:endParaRPr lang="en-IN" sz="9600" dirty="0">
              <a:latin typeface="Aptos Narrow" panose="020B0004020202020204" pitchFamily="34" charset="0"/>
            </a:endParaRPr>
          </a:p>
          <a:p>
            <a:pPr marL="0" indent="0">
              <a:buNone/>
            </a:pPr>
            <a:r>
              <a:rPr lang="en-IN" sz="9600" dirty="0" err="1">
                <a:latin typeface="Aptos Narrow" panose="020B0004020202020204" pitchFamily="34" charset="0"/>
              </a:rPr>
              <a:t>Suswara</a:t>
            </a:r>
            <a:r>
              <a:rPr lang="en-IN" sz="9600" dirty="0">
                <a:latin typeface="Aptos Narrow" panose="020B0004020202020204" pitchFamily="34" charset="0"/>
              </a:rPr>
              <a:t> </a:t>
            </a:r>
            <a:r>
              <a:rPr lang="en-IN" sz="9600" dirty="0" err="1">
                <a:latin typeface="Aptos Narrow" panose="020B0004020202020204" pitchFamily="34" charset="0"/>
              </a:rPr>
              <a:t>Korupoju</a:t>
            </a:r>
            <a:endParaRPr lang="en-IN" sz="9600" dirty="0">
              <a:latin typeface="Aptos Narrow" panose="020B0004020202020204" pitchFamily="34" charset="0"/>
            </a:endParaRPr>
          </a:p>
          <a:p>
            <a:pPr marL="0" indent="0">
              <a:buNone/>
            </a:pPr>
            <a:endParaRPr lang="en-IN" sz="5500" dirty="0">
              <a:latin typeface="Aptos Narrow" panose="020B0004020202020204" pitchFamily="34" charset="0"/>
            </a:endParaRPr>
          </a:p>
          <a:p>
            <a:pPr marL="0" indent="0">
              <a:buNone/>
            </a:pPr>
            <a:r>
              <a:rPr lang="en-IN" sz="12800" dirty="0">
                <a:latin typeface="Algerian" panose="04020705040A02060702" pitchFamily="82" charset="0"/>
              </a:rPr>
              <a:t>Name of the Guide </a:t>
            </a:r>
            <a:r>
              <a:rPr lang="en-IN" sz="9600" dirty="0">
                <a:latin typeface="Aptos Narrow" panose="020B0004020202020204" pitchFamily="34" charset="0"/>
              </a:rPr>
              <a:t>: </a:t>
            </a:r>
            <a:r>
              <a:rPr lang="en-IN" sz="9600" dirty="0" err="1">
                <a:latin typeface="Aptos Narrow" panose="020B0004020202020204" pitchFamily="34" charset="0"/>
              </a:rPr>
              <a:t>Anitha</a:t>
            </a:r>
            <a:r>
              <a:rPr lang="en-IN" sz="9600" dirty="0">
                <a:latin typeface="Aptos Narrow" panose="020B0004020202020204" pitchFamily="34" charset="0"/>
              </a:rPr>
              <a:t> </a:t>
            </a:r>
            <a:r>
              <a:rPr lang="en-IN" sz="9600" dirty="0" err="1">
                <a:latin typeface="Aptos Narrow" panose="020B0004020202020204" pitchFamily="34" charset="0"/>
              </a:rPr>
              <a:t>Chekurthi</a:t>
            </a:r>
            <a:endParaRPr lang="en-IN" sz="9600" dirty="0">
              <a:latin typeface="Aptos Narrow" panose="020B0004020202020204" pitchFamily="34" charset="0"/>
            </a:endParaRPr>
          </a:p>
          <a:p>
            <a:pPr marL="0" indent="0">
              <a:buNone/>
            </a:pPr>
            <a:endParaRPr lang="en-IN" sz="4400" dirty="0">
              <a:latin typeface="Aptos Narrow" panose="020B0004020202020204" pitchFamily="34" charset="0"/>
            </a:endParaRPr>
          </a:p>
        </p:txBody>
      </p:sp>
    </p:spTree>
    <p:extLst>
      <p:ext uri="{BB962C8B-B14F-4D97-AF65-F5344CB8AC3E}">
        <p14:creationId xmlns:p14="http://schemas.microsoft.com/office/powerpoint/2010/main" val="449322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930B2C-9CEC-0557-A597-317DFD1091EE}"/>
              </a:ext>
            </a:extLst>
          </p:cNvPr>
          <p:cNvSpPr>
            <a:spLocks noGrp="1"/>
          </p:cNvSpPr>
          <p:nvPr>
            <p:ph idx="1"/>
          </p:nvPr>
        </p:nvSpPr>
        <p:spPr>
          <a:xfrm>
            <a:off x="838200" y="157162"/>
            <a:ext cx="10515600" cy="6700837"/>
          </a:xfrm>
        </p:spPr>
        <p:txBody>
          <a:bodyPr>
            <a:normAutofit lnSpcReduction="10000"/>
          </a:bodyPr>
          <a:lstStyle/>
          <a:p>
            <a:pPr marL="0" indent="0">
              <a:buNone/>
            </a:pPr>
            <a:r>
              <a:rPr lang="en-IN" dirty="0">
                <a:latin typeface="Algerian" panose="04020705040A02060702" pitchFamily="82" charset="0"/>
              </a:rPr>
              <a:t>Keywords:</a:t>
            </a:r>
          </a:p>
          <a:p>
            <a:pPr marL="0" indent="0">
              <a:buNone/>
            </a:pPr>
            <a:r>
              <a:rPr lang="en-IN" sz="2000" dirty="0"/>
              <a:t>    1.   Disease Prediction</a:t>
            </a:r>
          </a:p>
          <a:p>
            <a:pPr marL="0" indent="0">
              <a:buNone/>
            </a:pPr>
            <a:r>
              <a:rPr lang="en-IN" sz="2000" dirty="0"/>
              <a:t>    2.   Machine Learning</a:t>
            </a:r>
          </a:p>
          <a:p>
            <a:pPr marL="0" indent="0">
              <a:buNone/>
            </a:pPr>
            <a:r>
              <a:rPr lang="en-IN" sz="2000" dirty="0"/>
              <a:t>    3.   Decision trees</a:t>
            </a:r>
          </a:p>
          <a:p>
            <a:pPr marL="0" indent="0">
              <a:buNone/>
            </a:pPr>
            <a:r>
              <a:rPr lang="en-IN" sz="2000" dirty="0"/>
              <a:t>    4.    Naïve Bayes</a:t>
            </a:r>
          </a:p>
          <a:p>
            <a:pPr marL="0" indent="0">
              <a:buNone/>
            </a:pPr>
            <a:r>
              <a:rPr lang="en-IN" sz="2000" dirty="0"/>
              <a:t>    5.   Random Forest</a:t>
            </a:r>
          </a:p>
          <a:p>
            <a:pPr marL="0" indent="0">
              <a:buNone/>
            </a:pPr>
            <a:r>
              <a:rPr lang="en-IN" sz="2000" dirty="0"/>
              <a:t>    6.   Graphical user interface</a:t>
            </a:r>
          </a:p>
          <a:p>
            <a:pPr marL="0" indent="0">
              <a:buNone/>
            </a:pPr>
            <a:r>
              <a:rPr lang="en-IN" sz="2000" dirty="0"/>
              <a:t>    7.   Feature Extraction</a:t>
            </a:r>
          </a:p>
          <a:p>
            <a:pPr marL="0" indent="0">
              <a:buNone/>
            </a:pPr>
            <a:r>
              <a:rPr lang="en-IN" sz="2000" dirty="0"/>
              <a:t>    8.   Preprocessing</a:t>
            </a:r>
          </a:p>
          <a:p>
            <a:pPr marL="0" indent="0">
              <a:buNone/>
            </a:pPr>
            <a:r>
              <a:rPr lang="en-IN" sz="2000" dirty="0"/>
              <a:t>    9.   Symptoms</a:t>
            </a:r>
          </a:p>
          <a:p>
            <a:pPr marL="0" indent="0">
              <a:buNone/>
            </a:pPr>
            <a:r>
              <a:rPr lang="en-IN" sz="2000" dirty="0"/>
              <a:t>    10. Classifier</a:t>
            </a:r>
          </a:p>
          <a:p>
            <a:pPr marL="0" indent="0">
              <a:buNone/>
            </a:pPr>
            <a:r>
              <a:rPr lang="en-IN" dirty="0">
                <a:latin typeface="Algerian" panose="04020705040A02060702" pitchFamily="82" charset="0"/>
              </a:rPr>
              <a:t>Team members:</a:t>
            </a:r>
          </a:p>
          <a:p>
            <a:pPr marL="0" indent="0">
              <a:buNone/>
            </a:pPr>
            <a:r>
              <a:rPr lang="en-IN" sz="2400" dirty="0" err="1">
                <a:latin typeface="Aptos Narrow" panose="020B0004020202020204" pitchFamily="34" charset="0"/>
              </a:rPr>
              <a:t>Sreelekha</a:t>
            </a:r>
            <a:r>
              <a:rPr lang="en-IN" sz="2400" dirty="0">
                <a:latin typeface="Aptos Narrow" panose="020B0004020202020204" pitchFamily="34" charset="0"/>
              </a:rPr>
              <a:t> </a:t>
            </a:r>
            <a:r>
              <a:rPr lang="en-IN" sz="2400" dirty="0" err="1">
                <a:latin typeface="Aptos Narrow" panose="020B0004020202020204" pitchFamily="34" charset="0"/>
              </a:rPr>
              <a:t>kuncherla</a:t>
            </a:r>
            <a:r>
              <a:rPr lang="en-IN" sz="2400" dirty="0">
                <a:latin typeface="Aptos Narrow" panose="020B0004020202020204" pitchFamily="34" charset="0"/>
              </a:rPr>
              <a:t>   (245621737042)</a:t>
            </a:r>
          </a:p>
          <a:p>
            <a:pPr marL="0" indent="0">
              <a:buNone/>
            </a:pPr>
            <a:r>
              <a:rPr lang="en-IN" sz="2400" dirty="0" err="1">
                <a:latin typeface="Aptos Narrow" panose="020B0004020202020204" pitchFamily="34" charset="0"/>
              </a:rPr>
              <a:t>Sravani</a:t>
            </a:r>
            <a:r>
              <a:rPr lang="en-IN" sz="2400" dirty="0">
                <a:latin typeface="Aptos Narrow" panose="020B0004020202020204" pitchFamily="34" charset="0"/>
              </a:rPr>
              <a:t> </a:t>
            </a:r>
            <a:r>
              <a:rPr lang="en-IN" sz="2400" dirty="0" err="1">
                <a:latin typeface="Aptos Narrow" panose="020B0004020202020204" pitchFamily="34" charset="0"/>
              </a:rPr>
              <a:t>deshaboina</a:t>
            </a:r>
            <a:r>
              <a:rPr lang="en-IN" sz="2400" dirty="0">
                <a:latin typeface="Aptos Narrow" panose="020B0004020202020204" pitchFamily="34" charset="0"/>
              </a:rPr>
              <a:t>     (245621737301)</a:t>
            </a:r>
          </a:p>
          <a:p>
            <a:pPr marL="0" indent="0">
              <a:buNone/>
            </a:pPr>
            <a:r>
              <a:rPr lang="en-IN" sz="2400" dirty="0" err="1">
                <a:latin typeface="Aptos Narrow" panose="020B0004020202020204" pitchFamily="34" charset="0"/>
              </a:rPr>
              <a:t>Suswara</a:t>
            </a:r>
            <a:r>
              <a:rPr lang="en-IN" sz="2400" dirty="0">
                <a:latin typeface="Aptos Narrow" panose="020B0004020202020204" pitchFamily="34" charset="0"/>
              </a:rPr>
              <a:t> </a:t>
            </a:r>
            <a:r>
              <a:rPr lang="en-IN" sz="2400" dirty="0" err="1">
                <a:latin typeface="Aptos Narrow" panose="020B0004020202020204" pitchFamily="34" charset="0"/>
              </a:rPr>
              <a:t>Korupoju</a:t>
            </a:r>
            <a:r>
              <a:rPr lang="en-IN" sz="2400" dirty="0">
                <a:latin typeface="Aptos Narrow" panose="020B0004020202020204" pitchFamily="34" charset="0"/>
              </a:rPr>
              <a:t>        (245621737041)</a:t>
            </a:r>
          </a:p>
          <a:p>
            <a:pPr marL="0" indent="0">
              <a:buNone/>
            </a:pPr>
            <a:r>
              <a:rPr lang="en-IN" sz="2400" dirty="0">
                <a:latin typeface="Algerian" panose="04020705040A02060702" pitchFamily="82" charset="0"/>
              </a:rPr>
              <a:t>Name of the Guide </a:t>
            </a:r>
            <a:r>
              <a:rPr lang="en-IN" sz="2000" dirty="0">
                <a:latin typeface="Aptos Narrow" panose="020B0004020202020204" pitchFamily="34" charset="0"/>
              </a:rPr>
              <a:t>:  </a:t>
            </a:r>
            <a:r>
              <a:rPr lang="en-IN" dirty="0" err="1">
                <a:latin typeface="Aptos Narrow" panose="020B0004020202020204" pitchFamily="34" charset="0"/>
              </a:rPr>
              <a:t>Anitha</a:t>
            </a:r>
            <a:r>
              <a:rPr lang="en-IN" dirty="0">
                <a:latin typeface="Aptos Narrow" panose="020B0004020202020204" pitchFamily="34" charset="0"/>
              </a:rPr>
              <a:t> </a:t>
            </a:r>
            <a:r>
              <a:rPr lang="en-IN" dirty="0" err="1">
                <a:latin typeface="Aptos Narrow" panose="020B0004020202020204" pitchFamily="34" charset="0"/>
              </a:rPr>
              <a:t>Chekurthi</a:t>
            </a:r>
            <a:endParaRPr lang="en-IN" dirty="0">
              <a:latin typeface="Aptos Narrow" panose="020B0004020202020204" pitchFamily="34" charset="0"/>
            </a:endParaRPr>
          </a:p>
        </p:txBody>
      </p:sp>
    </p:spTree>
    <p:extLst>
      <p:ext uri="{BB962C8B-B14F-4D97-AF65-F5344CB8AC3E}">
        <p14:creationId xmlns:p14="http://schemas.microsoft.com/office/powerpoint/2010/main" val="2123915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372</Words>
  <Application>Microsoft Office PowerPoint</Application>
  <PresentationFormat>Widescreen</PresentationFormat>
  <Paragraphs>37</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Algerian</vt:lpstr>
      <vt:lpstr>Aptos Narrow</vt:lpstr>
      <vt:lpstr>Arial</vt:lpstr>
      <vt:lpstr>Calibri</vt:lpstr>
      <vt:lpstr>Calibri Light</vt:lpstr>
      <vt:lpstr>Office Theme</vt:lpstr>
      <vt:lpstr>project title: Symptoms based disease prediction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Symptoms based disease prediction</dc:title>
  <dc:creator>SUSWARA KORUPOJU</dc:creator>
  <cp:lastModifiedBy>SUSWARA KORUPOJU</cp:lastModifiedBy>
  <cp:revision>2</cp:revision>
  <dcterms:created xsi:type="dcterms:W3CDTF">2024-04-18T13:12:56Z</dcterms:created>
  <dcterms:modified xsi:type="dcterms:W3CDTF">2024-04-19T02:58:27Z</dcterms:modified>
</cp:coreProperties>
</file>